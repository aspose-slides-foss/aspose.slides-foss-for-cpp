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e Ref" initials="AR" lastIdx="2" clrIdx="0">
    <p:extLst>
      <p:ext uri="{19B8F6BF-5375-455C-9EA6-DF929625EA0E}">
        <p15:presenceInfo xmlns:p15="http://schemas.microsoft.com/office/powerpoint/2012/main" userId="Alice Ref" providerId="None"/>
      </p:ext>
    </p:extLst>
  </p:cmAuthor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3T13:59:25.986" idx="1">
    <p:pos x="80" y="80"/>
    <p:text>Parent comment</p:text>
    <p:extLst>
      <p:ext uri="{C676402C-5697-4E1C-873F-D02D1690AC5C}">
        <p15:threadingInfo xmlns:p15="http://schemas.microsoft.com/office/powerpoint/2012/main" timeZoneBias="-240"/>
      </p:ext>
    </p:extLst>
  </p:cm>
  <p:cm authorId="1" dt="2026-09-23T13:59:26.025" idx="2">
    <p:pos x="80" y="176"/>
    <p:text>Reply to parent</p:text>
    <p:extLst>
      <p:ext uri="{C676402C-5697-4E1C-873F-D02D1690AC5C}">
        <p15:threadingInfo xmlns:p15="http://schemas.microsoft.com/office/powerpoint/2012/main" timeZoneBias="-240">
          <p15:parentCm authorId="1" idx="1"/>
        </p15:threadingInfo>
      </p:ext>
    </p:extLs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Fixture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ormance Fix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1</Slide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Conformance fixture</dc:title>
  <dcterms:created xsi:type="dcterms:W3CDTF">2026-01-01T00:00:00Z</dcterms:created>
  <dcterms:modified xsi:type="dcterms:W3CDTF">2026-01-01T00:00:00Z</dcterms:modified>
</cp:coreProperties>
</file>