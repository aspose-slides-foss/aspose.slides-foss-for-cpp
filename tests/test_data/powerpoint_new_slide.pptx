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325563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325563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772400" cy="4351338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C2E47-0D3B-4F6E-9B21-3C5D7E8F9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C2E47-0D3B-4F6E-9B21-3C5D7E8F9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onformance Fix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  <a:ln w="63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1</Slide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Conformance fixture</dc:title>
  <dcterms:created xsi:type="dcterms:W3CDTF">2026-01-01T00:00:00Z</dcterms:created>
  <dcterms:modified xsi:type="dcterms:W3CDTF">2026-01-01T00:00:00Z</dcterms:modified>
</cp:coreProperties>
</file>